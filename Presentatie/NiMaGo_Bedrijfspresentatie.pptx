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WELKOM BIJ NIMAGO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Digitale ideeën.</a:t>
            </a:r>
            <a:br/>
            <a:r>
              <a:t>Sterk uitgevoerd.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4096512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736965"/>
                </a:solidFill>
                <a:latin typeface="Aptos"/>
              </a:defRPr>
            </a:pPr>
            <a:r>
              <a:t>Websites · Webshops · Maatwerk · Automatisering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NIMAGO /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NiMaGo in één zin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304288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302D2C"/>
                </a:solidFill>
                <a:latin typeface="Aptos"/>
              </a:defRPr>
            </a:pPr>
            <a:r>
              <a:t>Wij maken slimme digitale oplossingen die niet alleen mooi zijn, maar in de praktijk goed werken.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NIMAGO /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Wat we voor organisaties doen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2029968"/>
            <a:ext cx="358444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C7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02D2C"/>
                </a:solidFill>
                <a:latin typeface="Aptos Display"/>
              </a:defRPr>
            </a:pPr>
            <a:r>
              <a:t>Websites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2029968"/>
            <a:ext cx="358444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221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C7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697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02D2C"/>
                </a:solidFill>
                <a:latin typeface="Aptos Display"/>
              </a:defRPr>
            </a:pPr>
            <a:r>
              <a:t>Webshops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8472" y="2029968"/>
            <a:ext cx="358444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221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C7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697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02D2C"/>
                </a:solidFill>
                <a:latin typeface="Aptos Display"/>
              </a:defRPr>
            </a:pPr>
            <a:r>
              <a:t>Maatwerk 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85616"/>
            <a:ext cx="358444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C70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531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02D2C"/>
                </a:solidFill>
                <a:latin typeface="Aptos Display"/>
              </a:defRPr>
            </a:pPr>
            <a:r>
              <a:t>API &amp; automatisering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3785616"/>
            <a:ext cx="358444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5736" y="3977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C70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44531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02D2C"/>
                </a:solidFill>
                <a:latin typeface="Aptos Display"/>
              </a:defRPr>
            </a:pPr>
            <a:r>
              <a:t>Design &amp; branding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8472" y="3785616"/>
            <a:ext cx="3584448" cy="1444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3977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77C70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445312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02D2C"/>
                </a:solidFill>
                <a:latin typeface="Aptos Display"/>
              </a:defRPr>
            </a:pPr>
            <a:r>
              <a:t>Onderhoud &amp; groei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NIMAGO /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Voor wie we bouwen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057400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0">
                <a:solidFill>
                  <a:srgbClr val="302D2C"/>
                </a:solidFill>
                <a:latin typeface="Aptos"/>
              </a:defRPr>
            </a:pPr>
            <a:r>
              <a:t>Voor ondernemers die professioneel online zichtbaar willen zijn, en voor teams die met slimme software tijd willen winnen.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NIMAGO /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Onze werkwijze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286000"/>
            <a:ext cx="2148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77C7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5478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02D2C"/>
                </a:solidFill>
                <a:latin typeface="Aptos Display"/>
              </a:defRPr>
            </a:pPr>
            <a:r>
              <a:t>Kennismaken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286000"/>
            <a:ext cx="2148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3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77C7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3" y="35478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02D2C"/>
                </a:solidFill>
                <a:latin typeface="Aptos Display"/>
              </a:defRPr>
            </a:pPr>
            <a:r>
              <a:t>Voorstel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286000"/>
            <a:ext cx="2148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4103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77C7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3" y="35478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02D2C"/>
                </a:solidFill>
                <a:latin typeface="Aptos Display"/>
              </a:defRPr>
            </a:pPr>
            <a:r>
              <a:t>Ontwerp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286000"/>
            <a:ext cx="2148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35823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77C70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3" y="35478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02D2C"/>
                </a:solidFill>
                <a:latin typeface="Aptos Display"/>
              </a:defRPr>
            </a:pPr>
            <a:r>
              <a:t>Bouw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286000"/>
            <a:ext cx="2148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67544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77C70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67544" y="35478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02D2C"/>
                </a:solidFill>
                <a:latin typeface="Aptos Display"/>
              </a:defRPr>
            </a:pPr>
            <a:r>
              <a:t>Oplevering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NIMAGO /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Waarom NiMaGo?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2029968"/>
            <a:ext cx="525780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02D2C"/>
                </a:solidFill>
                <a:latin typeface="Aptos Display"/>
              </a:defRPr>
            </a:pPr>
            <a:r>
              <a:t>Persoonlijk 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29968"/>
            <a:ext cx="525780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51460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02D2C"/>
                </a:solidFill>
                <a:latin typeface="Aptos Display"/>
              </a:defRPr>
            </a:pPr>
            <a:r>
              <a:t>Helder en eerlijk advies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12464"/>
            <a:ext cx="525780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197096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02D2C"/>
                </a:solidFill>
                <a:latin typeface="Aptos Display"/>
              </a:defRPr>
            </a:pPr>
            <a:r>
              <a:t>Creatief én technisch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712464"/>
            <a:ext cx="525780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197096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02D2C"/>
                </a:solidFill>
                <a:latin typeface="Aptos Display"/>
              </a:defRPr>
            </a:pPr>
            <a:r>
              <a:t>Gebouwd voor de praktijk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NIMAGO /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Concepten — illustratief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2368296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02D2C"/>
                </a:solidFill>
                <a:latin typeface="Aptos Display"/>
              </a:defRPr>
            </a:pPr>
            <a:r>
              <a:t>Commerce Flow     ·     Partner Portal     ·     Insight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94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36965"/>
                </a:solidFill>
                <a:latin typeface="Aptos"/>
              </a:defRPr>
            </a:pPr>
            <a:r>
              <a:t>Conceptprojecten; nog geen klantcases of bewezen projectresultaten.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-1280160"/>
            <a:ext cx="4572000" cy="4572000"/>
          </a:xfrm>
          <a:prstGeom prst="roundRect">
            <a:avLst/>
          </a:prstGeom>
          <a:solidFill>
            <a:srgbClr val="F8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77C70"/>
                </a:solidFill>
                <a:latin typeface="Aptos Display"/>
              </a:defRPr>
            </a:pPr>
            <a:r>
              <a:t>NIMAGO / DIGITAL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02D2C"/>
                </a:solidFill>
                <a:latin typeface="Aptos Display"/>
              </a:defRPr>
            </a:pPr>
            <a:r>
              <a:t>Samen iets moois maken?</a:t>
            </a:r>
          </a:p>
        </p:txBody>
      </p:sp>
      <p:pic>
        <p:nvPicPr>
          <p:cNvPr id="6" name="Picture 5" descr="08_beeld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83464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075688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302D2C"/>
                </a:solidFill>
                <a:latin typeface="Aptos Display"/>
              </a:defRPr>
            </a:pPr>
            <a:r>
              <a:t>Vertel ons je idee.</a:t>
            </a:r>
            <a:br/>
            <a:r>
              <a:t>Wij denken met je mee.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457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736965"/>
                </a:solidFill>
                <a:latin typeface="Aptos"/>
              </a:defRPr>
            </a:pPr>
            <a:r>
              <a:t>[Zakelijk contactadres invullen]  ·  [Website na registratie]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